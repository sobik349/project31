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3354B-0B87-A1AE-4E11-E800EE90F07C}" v="32" dt="2025-12-12T06:13:27.353"/>
    <p1510:client id="{31EB5E85-F3DF-D82B-65F8-6142CD2C18B1}" v="45" dt="2025-12-12T06:09:19.960"/>
    <p1510:client id="{64CB64D8-7736-48D0-B463-C21AA7DB3762}" v="2100" dt="2025-12-10T17:44:52.506"/>
    <p1510:client id="{A8B4AC98-ABD4-4022-9D2E-57EA2300DE68}" v="642" dt="2025-12-10T16:26:29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77093" y="1367585"/>
            <a:ext cx="4847422" cy="191938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ru-RU" sz="3200" dirty="0"/>
              <a:t>ПРОГРАММА ДЛЯ ВИЗУАЛИЗАЦИИ ИСТОРИИ И СТРУКТУРЫ GITHUB-РЕПОЗИТОРИЯ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78701" y="5012970"/>
            <a:ext cx="5671246" cy="1124487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ru-RU" sz="2000" b="1" dirty="0"/>
              <a:t>Руководитель:</a:t>
            </a:r>
            <a:r>
              <a:rPr lang="ru-RU" sz="2000" dirty="0"/>
              <a:t> Левицкий Дмитрий Алексеевич</a:t>
            </a:r>
          </a:p>
          <a:p>
            <a:pPr algn="l"/>
            <a:r>
              <a:rPr lang="ru-RU" sz="2000" b="1" dirty="0"/>
              <a:t>Создали:</a:t>
            </a:r>
            <a:r>
              <a:rPr lang="ru-RU" sz="2000" dirty="0"/>
              <a:t> Комлев Максим и Поваляев Кирилл</a:t>
            </a:r>
          </a:p>
          <a:p>
            <a:pPr algn="l"/>
            <a:r>
              <a:rPr lang="ru-RU" sz="2000" b="1" dirty="0"/>
              <a:t>Обр. учреждение: </a:t>
            </a:r>
            <a:r>
              <a:rPr lang="ru-RU" sz="2000" dirty="0"/>
              <a:t>ГБОУ Школа №1000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CBEB05-2582-78B8-6CA8-2C2F3CC84EA4}"/>
              </a:ext>
            </a:extLst>
          </p:cNvPr>
          <p:cNvSpPr/>
          <p:nvPr/>
        </p:nvSpPr>
        <p:spPr>
          <a:xfrm>
            <a:off x="-1" y="360947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CFD3E8E-20A3-A47C-D624-6980B58CB6C5}"/>
              </a:ext>
            </a:extLst>
          </p:cNvPr>
          <p:cNvSpPr/>
          <p:nvPr/>
        </p:nvSpPr>
        <p:spPr>
          <a:xfrm>
            <a:off x="-1" y="6376736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911632-DC18-41AC-BBFF-D863B988F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65" y="1127766"/>
            <a:ext cx="6692205" cy="4411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749918-782D-34C8-E9E6-9D016C4B0094}"/>
              </a:ext>
            </a:extLst>
          </p:cNvPr>
          <p:cNvSpPr txBox="1"/>
          <p:nvPr/>
        </p:nvSpPr>
        <p:spPr>
          <a:xfrm>
            <a:off x="7359040" y="1714500"/>
            <a:ext cx="4498931" cy="367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000"/>
              </a:spcAft>
            </a:pPr>
            <a:r>
              <a:rPr lang="ru-RU" sz="2400" b="1" dirty="0"/>
              <a:t>АКТУАЛЬНОСТЬ:</a:t>
            </a:r>
            <a:endParaRPr lang="ru-RU" b="1" dirty="0"/>
          </a:p>
          <a:p>
            <a:pPr marL="285750" indent="-285750">
              <a:spcAft>
                <a:spcPts val="3600"/>
              </a:spcAft>
              <a:buFont typeface="Arial"/>
              <a:buChar char="•"/>
            </a:pPr>
            <a:r>
              <a:rPr lang="ru-RU" sz="2000" dirty="0"/>
              <a:t>Новичку может быть сложно разобраться в интерфейсе </a:t>
            </a:r>
            <a:r>
              <a:rPr lang="ru-RU" sz="2000" err="1"/>
              <a:t>Github</a:t>
            </a:r>
            <a:r>
              <a:rPr lang="ru-RU" sz="2000" dirty="0"/>
              <a:t>, найти интересующие его компоненты  или версии проекта за определенный срок.</a:t>
            </a:r>
          </a:p>
          <a:p>
            <a:pPr>
              <a:spcAft>
                <a:spcPts val="1000"/>
              </a:spcAft>
            </a:pPr>
            <a:r>
              <a:rPr lang="ru-RU" sz="2400" b="1" dirty="0"/>
              <a:t>ЦЕЛЕВАЯ АУДИТОРИЯ:</a:t>
            </a:r>
            <a:endParaRPr lang="ru-RU" dirty="0"/>
          </a:p>
          <a:p>
            <a:pPr marL="342900" indent="-342900">
              <a:buFont typeface="Arial"/>
              <a:buChar char="•"/>
            </a:pPr>
            <a:r>
              <a:rPr lang="ru-RU" sz="2000" dirty="0"/>
              <a:t>Пользователи </a:t>
            </a:r>
            <a:r>
              <a:rPr lang="ru-RU" sz="2000" dirty="0" err="1"/>
              <a:t>Github</a:t>
            </a:r>
            <a:r>
              <a:rPr lang="ru-RU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C37C0C8-4081-8750-5304-BD99A79E08FD}"/>
              </a:ext>
            </a:extLst>
          </p:cNvPr>
          <p:cNvSpPr/>
          <p:nvPr/>
        </p:nvSpPr>
        <p:spPr>
          <a:xfrm>
            <a:off x="-1" y="360947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EC541D7-B9FF-15A7-90AD-2B04642EB340}"/>
              </a:ext>
            </a:extLst>
          </p:cNvPr>
          <p:cNvSpPr/>
          <p:nvPr/>
        </p:nvSpPr>
        <p:spPr>
          <a:xfrm>
            <a:off x="-1" y="6376736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44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F4BA1-039F-3AAA-F781-99AF616B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C9D348-2BE5-1532-56A1-F7E752EDFADE}"/>
              </a:ext>
            </a:extLst>
          </p:cNvPr>
          <p:cNvSpPr/>
          <p:nvPr/>
        </p:nvSpPr>
        <p:spPr>
          <a:xfrm>
            <a:off x="-1" y="360947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C5A5381-6E69-DBD9-2D96-3A5CB914ADDB}"/>
              </a:ext>
            </a:extLst>
          </p:cNvPr>
          <p:cNvSpPr/>
          <p:nvPr/>
        </p:nvSpPr>
        <p:spPr>
          <a:xfrm>
            <a:off x="-1" y="6376736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ABC59-D0C9-E5AD-1287-7EAAB71D5A77}"/>
              </a:ext>
            </a:extLst>
          </p:cNvPr>
          <p:cNvSpPr txBox="1"/>
          <p:nvPr/>
        </p:nvSpPr>
        <p:spPr>
          <a:xfrm>
            <a:off x="521367" y="852236"/>
            <a:ext cx="33187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b="1"/>
              <a:t>ЦЕЛЬ РАБОТЫ: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95C28-BB8A-9D46-7EE4-C957C2807154}"/>
              </a:ext>
            </a:extLst>
          </p:cNvPr>
          <p:cNvSpPr txBox="1"/>
          <p:nvPr/>
        </p:nvSpPr>
        <p:spPr>
          <a:xfrm>
            <a:off x="521367" y="1534024"/>
            <a:ext cx="331871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Создание программы для упрощения работы с </a:t>
            </a:r>
            <a:r>
              <a:rPr lang="ru-RU" sz="2000" dirty="0" err="1"/>
              <a:t>Github</a:t>
            </a:r>
            <a:r>
              <a:rPr lang="ru-RU" sz="2000" dirty="0"/>
              <a:t>-проектами.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2323B-7F4E-1706-35C1-F607222E9960}"/>
              </a:ext>
            </a:extLst>
          </p:cNvPr>
          <p:cNvSpPr txBox="1"/>
          <p:nvPr/>
        </p:nvSpPr>
        <p:spPr>
          <a:xfrm>
            <a:off x="521366" y="2797340"/>
            <a:ext cx="33187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b="1" dirty="0"/>
              <a:t>ЗАДАЧИ: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A71711-398D-0E04-03BF-F90D0C6BC92C}"/>
              </a:ext>
            </a:extLst>
          </p:cNvPr>
          <p:cNvSpPr txBox="1"/>
          <p:nvPr/>
        </p:nvSpPr>
        <p:spPr>
          <a:xfrm>
            <a:off x="521367" y="3519234"/>
            <a:ext cx="3318711" cy="21954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ru-RU" sz="2000" dirty="0"/>
              <a:t>Создание кода для программы.</a:t>
            </a:r>
            <a:endParaRPr lang="ru-RU"/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ru-RU" sz="2000" dirty="0"/>
              <a:t>Тестирование и модернизация.</a:t>
            </a:r>
          </a:p>
          <a:p>
            <a:pPr marL="285750" indent="-285750">
              <a:buFont typeface="Arial"/>
              <a:buChar char="•"/>
            </a:pPr>
            <a:r>
              <a:rPr lang="ru-RU" sz="2000" dirty="0"/>
              <a:t>Визуализация истории и структуры репозитория.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3C225-451B-F02E-697A-78EFDC1B1261}"/>
              </a:ext>
            </a:extLst>
          </p:cNvPr>
          <p:cNvSpPr txBox="1"/>
          <p:nvPr/>
        </p:nvSpPr>
        <p:spPr>
          <a:xfrm>
            <a:off x="8301788" y="852236"/>
            <a:ext cx="331871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b="1" dirty="0"/>
              <a:t>МЕТОДИКА ВЫПОЛНЕНИЯ: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B1891-9193-A3DF-399E-2F274C26F6FB}"/>
              </a:ext>
            </a:extLst>
          </p:cNvPr>
          <p:cNvSpPr txBox="1"/>
          <p:nvPr/>
        </p:nvSpPr>
        <p:spPr>
          <a:xfrm>
            <a:off x="8301788" y="1904998"/>
            <a:ext cx="3318711" cy="30675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2000"/>
              </a:spcAft>
              <a:buFont typeface="Arial"/>
              <a:buChar char="•"/>
            </a:pPr>
            <a:r>
              <a:rPr lang="ru-RU" sz="2000" dirty="0"/>
              <a:t>Изучение библиотек Python: </a:t>
            </a:r>
            <a:r>
              <a:rPr lang="ru-RU" sz="2000" b="1" err="1"/>
              <a:t>Matplotlib</a:t>
            </a:r>
            <a:r>
              <a:rPr lang="ru-RU" sz="2000" dirty="0"/>
              <a:t> и </a:t>
            </a:r>
            <a:r>
              <a:rPr lang="ru-RU" sz="2000" b="1" err="1"/>
              <a:t>Pandas</a:t>
            </a:r>
            <a:r>
              <a:rPr lang="ru-RU" sz="2000" dirty="0"/>
              <a:t>.</a:t>
            </a:r>
            <a:endParaRPr lang="ru-RU"/>
          </a:p>
          <a:p>
            <a:pPr marL="342900" indent="-342900">
              <a:spcAft>
                <a:spcPts val="2000"/>
              </a:spcAft>
              <a:buFont typeface="Arial"/>
              <a:buChar char="•"/>
            </a:pPr>
            <a:r>
              <a:rPr lang="ru-RU" sz="2000" dirty="0"/>
              <a:t>Написание кода с использованием полученных знаний.</a:t>
            </a:r>
          </a:p>
          <a:p>
            <a:pPr marL="342900" indent="-342900">
              <a:spcAft>
                <a:spcPts val="2000"/>
              </a:spcAft>
              <a:buFont typeface="Arial"/>
              <a:buChar char="•"/>
            </a:pPr>
            <a:r>
              <a:rPr lang="ru-RU" sz="2000" dirty="0"/>
              <a:t>Тестирование и полировка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80273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09680-9CE7-B294-0B09-3782E75A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5F893A0-A799-7FB4-6731-59B044D47F1B}"/>
              </a:ext>
            </a:extLst>
          </p:cNvPr>
          <p:cNvSpPr/>
          <p:nvPr/>
        </p:nvSpPr>
        <p:spPr>
          <a:xfrm>
            <a:off x="-1" y="360947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05CFD81-E452-8511-301A-76D81E8826E5}"/>
              </a:ext>
            </a:extLst>
          </p:cNvPr>
          <p:cNvSpPr/>
          <p:nvPr/>
        </p:nvSpPr>
        <p:spPr>
          <a:xfrm>
            <a:off x="-1" y="6376736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1F760-0DDA-CAB3-D99A-47B97EB829CD}"/>
              </a:ext>
            </a:extLst>
          </p:cNvPr>
          <p:cNvSpPr txBox="1"/>
          <p:nvPr/>
        </p:nvSpPr>
        <p:spPr>
          <a:xfrm>
            <a:off x="1173927" y="882316"/>
            <a:ext cx="32786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/>
              <a:t>МАТЕРИАЛЫ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10C73-14E4-2480-04EE-75E127809826}"/>
              </a:ext>
            </a:extLst>
          </p:cNvPr>
          <p:cNvSpPr txBox="1"/>
          <p:nvPr/>
        </p:nvSpPr>
        <p:spPr>
          <a:xfrm>
            <a:off x="8351922" y="882316"/>
            <a:ext cx="327860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/>
              <a:t>ОБОРУДОВАНИЕ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571B3-F028-EF1E-EE02-B23FC2AC3C07}"/>
              </a:ext>
            </a:extLst>
          </p:cNvPr>
          <p:cNvSpPr txBox="1"/>
          <p:nvPr/>
        </p:nvSpPr>
        <p:spPr>
          <a:xfrm>
            <a:off x="551446" y="1493919"/>
            <a:ext cx="519970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ru-RU" sz="2000" dirty="0"/>
              <a:t>Видеоуроки по работе с </a:t>
            </a:r>
            <a:r>
              <a:rPr lang="ru-RU" sz="2000" b="1" dirty="0"/>
              <a:t>Python</a:t>
            </a:r>
            <a:r>
              <a:rPr lang="ru-RU" sz="2000" dirty="0"/>
              <a:t> и его библиотеками:</a:t>
            </a:r>
          </a:p>
          <a:p>
            <a:pPr marL="342900" indent="-342900">
              <a:buFont typeface="Arial"/>
              <a:buChar char="•"/>
            </a:pPr>
            <a:endParaRPr lang="ru-RU" sz="2000" dirty="0"/>
          </a:p>
        </p:txBody>
      </p:sp>
      <p:pic>
        <p:nvPicPr>
          <p:cNvPr id="11" name="Рисунок 10" descr="Изображение выглядит как текст, Шриф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E0721D-9804-993B-01E8-024D0C5D1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19" y="2445192"/>
            <a:ext cx="2754596" cy="19071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Рисунок 11" descr="Изображение выглядит как текст, снимок экрана, Шрифт, логотип">
            <a:extLst>
              <a:ext uri="{FF2B5EF4-FFF2-40B4-BE49-F238E27FC236}">
                <a16:creationId xmlns:a16="http://schemas.microsoft.com/office/drawing/2014/main" id="{D98F7915-411D-67FF-FF6E-99F85040F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919" y="2447505"/>
            <a:ext cx="2751589" cy="19074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3C664A-6FF2-8EAC-DF75-0547C0B53A45}"/>
              </a:ext>
            </a:extLst>
          </p:cNvPr>
          <p:cNvSpPr txBox="1"/>
          <p:nvPr/>
        </p:nvSpPr>
        <p:spPr>
          <a:xfrm>
            <a:off x="3817342" y="4504495"/>
            <a:ext cx="20854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i="1" dirty="0"/>
              <a:t>Канал - Sweet </a:t>
            </a:r>
            <a:r>
              <a:rPr lang="ru-RU" sz="1400" i="1" dirty="0" err="1"/>
              <a:t>Coder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AA0AF8-0EF7-045C-497A-60F11AD1B4FA}"/>
              </a:ext>
            </a:extLst>
          </p:cNvPr>
          <p:cNvSpPr txBox="1"/>
          <p:nvPr/>
        </p:nvSpPr>
        <p:spPr>
          <a:xfrm>
            <a:off x="736438" y="4505625"/>
            <a:ext cx="20854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i="1" dirty="0"/>
              <a:t>Канал - </a:t>
            </a:r>
            <a:r>
              <a:rPr lang="ru-RU" sz="1400" i="1" dirty="0" err="1"/>
              <a:t>Corey</a:t>
            </a:r>
            <a:r>
              <a:rPr lang="ru-RU" sz="1400" i="1" dirty="0"/>
              <a:t> </a:t>
            </a:r>
            <a:r>
              <a:rPr lang="ru-RU" sz="1400" i="1" dirty="0" err="1"/>
              <a:t>Schafer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F0EFE-769B-8E79-270C-D0D58F445CAC}"/>
              </a:ext>
            </a:extLst>
          </p:cNvPr>
          <p:cNvSpPr txBox="1"/>
          <p:nvPr/>
        </p:nvSpPr>
        <p:spPr>
          <a:xfrm>
            <a:off x="8351919" y="1493919"/>
            <a:ext cx="3278606" cy="14516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ru-RU" sz="2000" dirty="0"/>
              <a:t>Среда разработки </a:t>
            </a:r>
            <a:r>
              <a:rPr lang="ru-RU" sz="2000" b="1" dirty="0"/>
              <a:t>Google </a:t>
            </a:r>
            <a:r>
              <a:rPr lang="ru-RU" sz="2000" b="1" err="1"/>
              <a:t>Colaboratory</a:t>
            </a:r>
            <a:endParaRPr lang="ru-RU" sz="2000" b="1"/>
          </a:p>
          <a:p>
            <a:pPr marL="342900" indent="-342900">
              <a:buFont typeface="Arial"/>
              <a:buChar char="•"/>
            </a:pPr>
            <a:r>
              <a:rPr lang="ru-RU" sz="2000" dirty="0"/>
              <a:t>Библиотеки </a:t>
            </a:r>
            <a:r>
              <a:rPr lang="ru-RU" sz="2000" b="1" err="1"/>
              <a:t>Matplotlib</a:t>
            </a:r>
            <a:r>
              <a:rPr lang="ru-RU" sz="2000" dirty="0"/>
              <a:t> и </a:t>
            </a:r>
            <a:r>
              <a:rPr lang="ru-RU" sz="2000" b="1" err="1"/>
              <a:t>Pandas</a:t>
            </a:r>
            <a:r>
              <a:rPr lang="ru-RU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210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3CB23-CD27-88F2-CB72-FBE2DB24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6CB0B3B-7F56-FD08-18CD-F808EBD1C935}"/>
              </a:ext>
            </a:extLst>
          </p:cNvPr>
          <p:cNvSpPr/>
          <p:nvPr/>
        </p:nvSpPr>
        <p:spPr>
          <a:xfrm>
            <a:off x="-1" y="360947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B092CD0-6738-9385-55BF-A3608C1EB623}"/>
              </a:ext>
            </a:extLst>
          </p:cNvPr>
          <p:cNvSpPr/>
          <p:nvPr/>
        </p:nvSpPr>
        <p:spPr>
          <a:xfrm>
            <a:off x="-1" y="6376736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1B263-07C5-9DA6-F28D-3E4A2E049F15}"/>
              </a:ext>
            </a:extLst>
          </p:cNvPr>
          <p:cNvSpPr txBox="1"/>
          <p:nvPr/>
        </p:nvSpPr>
        <p:spPr>
          <a:xfrm>
            <a:off x="4438691" y="723447"/>
            <a:ext cx="33187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/>
              <a:t>РЕЗУЛЬТАТ: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56AE74-593F-C442-B4D4-BD45AF376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1" t="2428" r="828" b="2870"/>
          <a:stretch>
            <a:fillRect/>
          </a:stretch>
        </p:blipFill>
        <p:spPr>
          <a:xfrm>
            <a:off x="5119688" y="1420283"/>
            <a:ext cx="6514197" cy="3974769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диаграмма, круг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A85C49-1309-C1C1-3025-2C0AE0C75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05" y="1420283"/>
            <a:ext cx="4462894" cy="3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9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75965-E62F-690C-BC04-540C467F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823A580-602B-AC16-21B3-81F2BAB49C65}"/>
              </a:ext>
            </a:extLst>
          </p:cNvPr>
          <p:cNvSpPr/>
          <p:nvPr/>
        </p:nvSpPr>
        <p:spPr>
          <a:xfrm>
            <a:off x="-1" y="360947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8338777-FFD6-5D0E-E0CC-446057F633A2}"/>
              </a:ext>
            </a:extLst>
          </p:cNvPr>
          <p:cNvSpPr/>
          <p:nvPr/>
        </p:nvSpPr>
        <p:spPr>
          <a:xfrm>
            <a:off x="-1" y="6376736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0B2E4-E0D3-1D80-9A2A-835C8F1E5747}"/>
              </a:ext>
            </a:extLst>
          </p:cNvPr>
          <p:cNvSpPr txBox="1"/>
          <p:nvPr/>
        </p:nvSpPr>
        <p:spPr>
          <a:xfrm>
            <a:off x="177930" y="852235"/>
            <a:ext cx="4939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b="1" dirty="0"/>
              <a:t>ДАЛЬНЕЙШЕЕ РАЗВИТИЕ: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E3628-C72A-0C37-6FF7-EF0CA14B459F}"/>
              </a:ext>
            </a:extLst>
          </p:cNvPr>
          <p:cNvSpPr txBox="1"/>
          <p:nvPr/>
        </p:nvSpPr>
        <p:spPr>
          <a:xfrm>
            <a:off x="467140" y="1550829"/>
            <a:ext cx="3318711" cy="2451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2000"/>
              </a:spcAft>
              <a:buFont typeface="Arial"/>
              <a:buChar char="•"/>
            </a:pPr>
            <a:r>
              <a:rPr lang="ru-RU" sz="2000" dirty="0"/>
              <a:t>Модернизация </a:t>
            </a:r>
            <a:r>
              <a:rPr lang="ru-RU" sz="2000"/>
              <a:t>интерфейса программы</a:t>
            </a:r>
            <a:endParaRPr lang="ru-RU"/>
          </a:p>
          <a:p>
            <a:pPr marL="342900" indent="-342900">
              <a:spcAft>
                <a:spcPts val="2000"/>
              </a:spcAft>
              <a:buFont typeface="Arial"/>
              <a:buChar char="•"/>
            </a:pPr>
            <a:r>
              <a:rPr lang="ru-RU" sz="2000" dirty="0"/>
              <a:t>Более интерактивная визуализация</a:t>
            </a:r>
          </a:p>
          <a:p>
            <a:pPr marL="342900" indent="-342900">
              <a:buFont typeface="Arial"/>
              <a:buChar char="•"/>
            </a:pPr>
            <a:r>
              <a:rPr lang="ru-RU" sz="2000" dirty="0"/>
              <a:t>Добавление новых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304094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75965-E62F-690C-BC04-540C467F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823A580-602B-AC16-21B3-81F2BAB49C65}"/>
              </a:ext>
            </a:extLst>
          </p:cNvPr>
          <p:cNvSpPr/>
          <p:nvPr/>
        </p:nvSpPr>
        <p:spPr>
          <a:xfrm>
            <a:off x="-1" y="360947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8338777-FFD6-5D0E-E0CC-446057F633A2}"/>
              </a:ext>
            </a:extLst>
          </p:cNvPr>
          <p:cNvSpPr/>
          <p:nvPr/>
        </p:nvSpPr>
        <p:spPr>
          <a:xfrm>
            <a:off x="-1" y="6376736"/>
            <a:ext cx="12192000" cy="2005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7D997-0A53-5307-C3F5-0333BB2575B1}"/>
              </a:ext>
            </a:extLst>
          </p:cNvPr>
          <p:cNvSpPr txBox="1"/>
          <p:nvPr/>
        </p:nvSpPr>
        <p:spPr>
          <a:xfrm>
            <a:off x="2645816" y="2891390"/>
            <a:ext cx="667794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4000" b="1" dirty="0"/>
              <a:t>СПАСИБО ЗА ВНИМАНИЕ!</a:t>
            </a:r>
            <a:endParaRPr lang="ru-RU" sz="4000" dirty="0"/>
          </a:p>
          <a:p>
            <a:pPr algn="ctr"/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7648349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ПРОГРАММА ДЛЯ ВИЗУАЛИЗАЦИИ ИСТОРИИ И СТРУКТУРЫ GITHUB-РЕПОЗИТОРИЯ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466</cp:revision>
  <dcterms:created xsi:type="dcterms:W3CDTF">2025-12-10T16:00:18Z</dcterms:created>
  <dcterms:modified xsi:type="dcterms:W3CDTF">2025-12-12T14:16:18Z</dcterms:modified>
</cp:coreProperties>
</file>